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393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502920"/>
            <a:ext cx="3931920" cy="3931920"/>
          </a:xfrm>
          <a:prstGeom prst="ellipse">
            <a:avLst/>
          </a:prstGeom>
          <a:solidFill>
            <a:srgbClr val="FAF6EC"/>
          </a:solidFill>
          <a:ln w="76200">
            <a:solidFill>
              <a:srgbClr val="A3C6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868680"/>
            <a:ext cx="3200400" cy="3200400"/>
          </a:xfrm>
          <a:prstGeom prst="ellipse">
            <a:avLst/>
          </a:prstGeom>
          <a:solidFill>
            <a:srgbClr val="FAF6EC"/>
          </a:solidFill>
          <a:ln w="19050">
            <a:solidFill>
              <a:srgbClr val="D9D2B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1874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420 meals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441  (+5% safety)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3C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SUSTAINABILITY  |  HACKATHON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SmartPlate AI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945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D9E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 what gets eaten,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D9E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what gets wasted.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food demand prediction for college canteens and hostels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04714"/>
            <a:ext cx="5486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HACKSPRINT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(ENKA R S, HASHINI O S, ROHINI S, DEVAMITHRA R G)</a:t>
            </a:r>
            <a:endParaRPr 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Canteens cook by guesswork.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434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Guess 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is set from rough student strength or habit, not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965960"/>
            <a:ext cx="502920" cy="502920"/>
          </a:xfrm>
          <a:prstGeom prst="ellipse">
            <a:avLst/>
          </a:prstGeom>
          <a:solidFill>
            <a:srgbClr val="1434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tracking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108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vs. eaten is rarely recorded, so waste stays invisible.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7373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96596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 out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108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Over-cooked food means lost money, wasted resources and emissions.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Hostels and canteens serve the same students daily, yet their consumption history is never used.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cover, and what we do not.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A3C6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this version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for canteens and hostel messes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with validation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prediction + quantity advice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tracking, alerts, dashboards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from new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E3DC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versions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2860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for leftovers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waste detection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integration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goal, five measurable steps.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1434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food demand with AI and reduce canteen food waste.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29184" cy="3291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37744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validated data entry (consumed cannot exceed prepared)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29184" cy="3291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3464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Random Forest demand model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329184" cy="3291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29184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quantity advice with a safety margin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329184" cy="3291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waste % tracking and alerts above a threshold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329184" cy="3291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206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20624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MAE and RMSE against a baseline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work and its limits.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294436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AF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AF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AF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Rodrigues et al.,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forest, LSTM; 14-52% fewer wasted meals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only; no tracking or alerts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Türker,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regression models on campus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comparison; no user tool reported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 &amp; Yergök, 2023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models, calendar effect, no pre-booking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refectory; no waste monitoring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Faezirad et al., 2021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 on meal reservation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pre-booking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Sundar et al., 2023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ML models for food demand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data; no canteen workflow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Winnow Vision, 2019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+ smart scales for waste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needed; no demand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 alone is not enough.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40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E3DC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5C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work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forecasting models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Hardware-based waste measurement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needs meal pre-booking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a simple staff-facing tool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840480" cy="2651760"/>
          </a:xfrm>
          <a:prstGeom prst="roundRect">
            <a:avLst>
              <a:gd name="adj" fmla="val 3448"/>
            </a:avLst>
          </a:prstGeom>
          <a:solidFill>
            <a:srgbClr val="1434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A3C6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SmartPlate AI adds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3317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 quantity advice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vs. eaten tracking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feedback loop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web app, no pre-booking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loop that gets smarter every meal.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97280" cy="1097280"/>
          </a:xfrm>
          <a:prstGeom prst="ellipse">
            <a:avLst/>
          </a:prstGeom>
          <a:solidFill>
            <a:srgbClr val="14342B"/>
          </a:solidFill>
          <a:ln w="38100">
            <a:solidFill>
              <a:srgbClr val="A3C6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474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menu, day, exams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2240280"/>
            <a:ext cx="274320" cy="274320"/>
          </a:xfrm>
          <a:prstGeom prst="rightArrow">
            <a:avLst/>
          </a:prstGeom>
          <a:solidFill>
            <a:srgbClr val="A3C644"/>
          </a:solidFill>
          <a:ln w="12700">
            <a:solidFill>
              <a:srgbClr val="A3C6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1828800"/>
            <a:ext cx="1097280" cy="1097280"/>
          </a:xfrm>
          <a:prstGeom prst="ellipse">
            <a:avLst/>
          </a:prstGeom>
          <a:solidFill>
            <a:srgbClr val="14342B"/>
          </a:solidFill>
          <a:ln w="38100">
            <a:solidFill>
              <a:srgbClr val="A3C6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3474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demand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20440" y="2240280"/>
            <a:ext cx="274320" cy="274320"/>
          </a:xfrm>
          <a:prstGeom prst="rightArrow">
            <a:avLst/>
          </a:prstGeom>
          <a:solidFill>
            <a:srgbClr val="A3C644"/>
          </a:solidFill>
          <a:ln w="12700">
            <a:solidFill>
              <a:srgbClr val="A3C6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828800"/>
            <a:ext cx="1097280" cy="1097280"/>
          </a:xfrm>
          <a:prstGeom prst="ellipse">
            <a:avLst/>
          </a:prstGeom>
          <a:solidFill>
            <a:srgbClr val="14342B"/>
          </a:solidFill>
          <a:ln w="38100">
            <a:solidFill>
              <a:srgbClr val="A3C6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quantity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474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 safety margin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66360" y="2240280"/>
            <a:ext cx="274320" cy="274320"/>
          </a:xfrm>
          <a:prstGeom prst="rightArrow">
            <a:avLst/>
          </a:prstGeom>
          <a:solidFill>
            <a:srgbClr val="A3C644"/>
          </a:solidFill>
          <a:ln w="12700">
            <a:solidFill>
              <a:srgbClr val="A3C6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1828800"/>
            <a:ext cx="1097280" cy="1097280"/>
          </a:xfrm>
          <a:prstGeom prst="ellipse">
            <a:avLst/>
          </a:prstGeom>
          <a:solidFill>
            <a:srgbClr val="14342B"/>
          </a:solidFill>
          <a:ln w="38100">
            <a:solidFill>
              <a:srgbClr val="A3C6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actuals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474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vs. consumed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2240280"/>
            <a:ext cx="274320" cy="274320"/>
          </a:xfrm>
          <a:prstGeom prst="rightArrow">
            <a:avLst/>
          </a:prstGeom>
          <a:solidFill>
            <a:srgbClr val="A3C644"/>
          </a:solidFill>
          <a:ln w="12700">
            <a:solidFill>
              <a:srgbClr val="A3C6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E4572E"/>
          </a:solidFill>
          <a:ln w="38100">
            <a:solidFill>
              <a:srgbClr val="A3C6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3474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retrains model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a canteen manager needs.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325880"/>
          </a:xfrm>
          <a:prstGeom prst="rect">
            <a:avLst/>
          </a:prstGeom>
          <a:solidFill>
            <a:srgbClr val="A3C644"/>
          </a:solidFill>
          <a:ln w="12700">
            <a:solidFill>
              <a:srgbClr val="A3C6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928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needed for any date and meal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69164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691640"/>
            <a:ext cx="82296" cy="132588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8928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Quantity advice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331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plus configurable safety margin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69164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691640"/>
            <a:ext cx="82296" cy="1325880"/>
          </a:xfrm>
          <a:prstGeom prst="rect">
            <a:avLst/>
          </a:prstGeom>
          <a:solidFill>
            <a:srgbClr val="A3C644"/>
          </a:solidFill>
          <a:ln w="12700">
            <a:solidFill>
              <a:srgbClr val="A3C6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8928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 tracking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331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and waste % after every meal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00400"/>
            <a:ext cx="82296" cy="132588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401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alerts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840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when waste crosses the threshold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91840" y="320040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3200400"/>
            <a:ext cx="82296" cy="1325880"/>
          </a:xfrm>
          <a:prstGeom prst="rect">
            <a:avLst/>
          </a:prstGeom>
          <a:solidFill>
            <a:srgbClr val="A3C644"/>
          </a:solidFill>
          <a:ln w="12700">
            <a:solidFill>
              <a:srgbClr val="A3C6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66160" y="3401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 dashboard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840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of consumption and waste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320040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3200400"/>
            <a:ext cx="82296" cy="132588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3401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 score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3840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avoided over time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layers, one clean data loop.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297680" cy="32095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21208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interface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21208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managers and admins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 backend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21208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validation, prediction, waste and alerts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21208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module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Random Forest, MAE / RMSE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 database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consumption, predictions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explainable, accurate.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 and meal type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served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and exam period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and average consumption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64592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1434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2064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2286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tabular data and non-linear patterns. Tested on recent data and scored with MAE and RMSE against a weekday-average baseline.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3C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= Prediction x (1 + margin)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login to a better next prediction.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508760"/>
            <a:ext cx="6217920" cy="32826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Clear, testable, measurable.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A3C6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(16)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and roles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with validation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demand, advise quantity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%, alerts, analytics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RMSE and retraining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Non-functional (8)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2860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within 5 seconds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load within 3 seconds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passwords, role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and Edge support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uptime in canteen hours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waste today, scalable tomorrow.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| Scikit-learn | Pandas | SQLite | Chart.js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food cost and overproduction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visible waste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campus dining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645920"/>
            <a:ext cx="37490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5400">
            <a:solidFill>
              <a:srgbClr val="A3C6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3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24028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weighing sensors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integration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 multi-canteen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Ingredient-level prediction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surplus-food links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22960" y="10972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 smarter.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 less.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3C6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758</Words>
  <Application>Microsoft Office PowerPoint</Application>
  <PresentationFormat>On-screen Show (16:9)</PresentationFormat>
  <Paragraphs>183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SmartPlate AI</dc:title>
  <dc:subject>PptxGenJS Presentation</dc:subject>
  <dc:creator>PptxGenJS</dc:creator>
  <cp:lastModifiedBy>enika rs</cp:lastModifiedBy>
  <cp:revision>2</cp:revision>
  <dcterms:created xsi:type="dcterms:W3CDTF">2026-10-05T06:07:53Z</dcterms:created>
  <dcterms:modified xsi:type="dcterms:W3CDTF">2026-10-05T06:20:48Z</dcterms:modified>
</cp:coreProperties>
</file>